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K" userId="a2fbbd76513ca0af" providerId="LiveId" clId="{151EBCD1-D1F5-4CEB-AF84-8A2D043777D4}"/>
    <pc:docChg chg="undo custSel addSld modSld sldOrd">
      <pc:chgData name="Anish K" userId="a2fbbd76513ca0af" providerId="LiveId" clId="{151EBCD1-D1F5-4CEB-AF84-8A2D043777D4}" dt="2026-07-31T06:38:19.777" v="47" actId="20577"/>
      <pc:docMkLst>
        <pc:docMk/>
      </pc:docMkLst>
      <pc:sldChg chg="addSp modSp mod">
        <pc:chgData name="Anish K" userId="a2fbbd76513ca0af" providerId="LiveId" clId="{151EBCD1-D1F5-4CEB-AF84-8A2D043777D4}" dt="2026-07-31T06:38:19.777" v="47" actId="20577"/>
        <pc:sldMkLst>
          <pc:docMk/>
          <pc:sldMk cId="0" sldId="256"/>
        </pc:sldMkLst>
        <pc:spChg chg="mod">
          <ac:chgData name="Anish K" userId="a2fbbd76513ca0af" providerId="LiveId" clId="{151EBCD1-D1F5-4CEB-AF84-8A2D043777D4}" dt="2026-07-31T06:38:19.777" v="47" actId="2057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Anish K" userId="a2fbbd76513ca0af" providerId="LiveId" clId="{151EBCD1-D1F5-4CEB-AF84-8A2D043777D4}" dt="2026-07-31T06:34:04.227" v="2" actId="14100"/>
          <ac:picMkLst>
            <pc:docMk/>
            <pc:sldMk cId="0" sldId="256"/>
            <ac:picMk id="5" creationId="{C207BBAA-A885-FDA1-221C-7AD08BB048BB}"/>
          </ac:picMkLst>
        </pc:picChg>
      </pc:sldChg>
      <pc:sldChg chg="addSp delSp modSp mod">
        <pc:chgData name="Anish K" userId="a2fbbd76513ca0af" providerId="LiveId" clId="{151EBCD1-D1F5-4CEB-AF84-8A2D043777D4}" dt="2026-07-31T06:34:26.938" v="8" actId="1076"/>
        <pc:sldMkLst>
          <pc:docMk/>
          <pc:sldMk cId="0" sldId="257"/>
        </pc:sldMkLst>
        <pc:spChg chg="mod">
          <ac:chgData name="Anish K" userId="a2fbbd76513ca0af" providerId="LiveId" clId="{151EBCD1-D1F5-4CEB-AF84-8A2D043777D4}" dt="2026-07-31T06:34:26.938" v="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4:17.180" v="5" actId="1076"/>
          <ac:spMkLst>
            <pc:docMk/>
            <pc:sldMk cId="0" sldId="257"/>
            <ac:spMk id="3" creationId="{00000000-0000-0000-0000-000000000000}"/>
          </ac:spMkLst>
        </pc:spChg>
        <pc:picChg chg="add del">
          <ac:chgData name="Anish K" userId="a2fbbd76513ca0af" providerId="LiveId" clId="{151EBCD1-D1F5-4CEB-AF84-8A2D043777D4}" dt="2026-07-31T06:34:11.523" v="4" actId="22"/>
          <ac:picMkLst>
            <pc:docMk/>
            <pc:sldMk cId="0" sldId="257"/>
            <ac:picMk id="5" creationId="{53E007AD-039C-FAD2-AF1F-2432F6CD237B}"/>
          </ac:picMkLst>
        </pc:picChg>
        <pc:picChg chg="add">
          <ac:chgData name="Anish K" userId="a2fbbd76513ca0af" providerId="LiveId" clId="{151EBCD1-D1F5-4CEB-AF84-8A2D043777D4}" dt="2026-07-31T06:34:21.661" v="7" actId="22"/>
          <ac:picMkLst>
            <pc:docMk/>
            <pc:sldMk cId="0" sldId="257"/>
            <ac:picMk id="7" creationId="{F205A67B-9BDE-9B67-4973-FE588E82ECFE}"/>
          </ac:picMkLst>
        </pc:picChg>
      </pc:sldChg>
      <pc:sldChg chg="addSp modSp mod">
        <pc:chgData name="Anish K" userId="a2fbbd76513ca0af" providerId="LiveId" clId="{151EBCD1-D1F5-4CEB-AF84-8A2D043777D4}" dt="2026-07-31T06:36:03.778" v="31" actId="1036"/>
        <pc:sldMkLst>
          <pc:docMk/>
          <pc:sldMk cId="0" sldId="258"/>
        </pc:sldMkLst>
        <pc:spChg chg="mod">
          <ac:chgData name="Anish K" userId="a2fbbd76513ca0af" providerId="LiveId" clId="{151EBCD1-D1F5-4CEB-AF84-8A2D043777D4}" dt="2026-07-31T06:34:40.166" v="1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4:35.585" v="9" actId="107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Anish K" userId="a2fbbd76513ca0af" providerId="LiveId" clId="{151EBCD1-D1F5-4CEB-AF84-8A2D043777D4}" dt="2026-07-31T06:36:03.778" v="31" actId="1036"/>
          <ac:picMkLst>
            <pc:docMk/>
            <pc:sldMk cId="0" sldId="258"/>
            <ac:picMk id="5" creationId="{2A45CCA3-625B-4089-E0F1-2072AB0ED18F}"/>
          </ac:picMkLst>
        </pc:picChg>
      </pc:sldChg>
      <pc:sldChg chg="addSp modSp mod">
        <pc:chgData name="Anish K" userId="a2fbbd76513ca0af" providerId="LiveId" clId="{151EBCD1-D1F5-4CEB-AF84-8A2D043777D4}" dt="2026-07-31T06:36:06.486" v="32" actId="22"/>
        <pc:sldMkLst>
          <pc:docMk/>
          <pc:sldMk cId="0" sldId="259"/>
        </pc:sldMkLst>
        <pc:spChg chg="mod">
          <ac:chgData name="Anish K" userId="a2fbbd76513ca0af" providerId="LiveId" clId="{151EBCD1-D1F5-4CEB-AF84-8A2D043777D4}" dt="2026-07-31T06:34:53.651" v="12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4:49.358" v="11" actId="1076"/>
          <ac:spMkLst>
            <pc:docMk/>
            <pc:sldMk cId="0" sldId="259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06.486" v="32" actId="22"/>
          <ac:picMkLst>
            <pc:docMk/>
            <pc:sldMk cId="0" sldId="259"/>
            <ac:picMk id="5" creationId="{FF3A8586-1A58-36AB-F5DC-AB9DDE028749}"/>
          </ac:picMkLst>
        </pc:picChg>
      </pc:sldChg>
      <pc:sldChg chg="addSp modSp mod">
        <pc:chgData name="Anish K" userId="a2fbbd76513ca0af" providerId="LiveId" clId="{151EBCD1-D1F5-4CEB-AF84-8A2D043777D4}" dt="2026-07-31T06:36:08.806" v="33" actId="22"/>
        <pc:sldMkLst>
          <pc:docMk/>
          <pc:sldMk cId="0" sldId="260"/>
        </pc:sldMkLst>
        <pc:spChg chg="mod">
          <ac:chgData name="Anish K" userId="a2fbbd76513ca0af" providerId="LiveId" clId="{151EBCD1-D1F5-4CEB-AF84-8A2D043777D4}" dt="2026-07-31T06:35:03.984" v="1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01.335" v="13" actId="1076"/>
          <ac:spMkLst>
            <pc:docMk/>
            <pc:sldMk cId="0" sldId="260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08.806" v="33" actId="22"/>
          <ac:picMkLst>
            <pc:docMk/>
            <pc:sldMk cId="0" sldId="260"/>
            <ac:picMk id="5" creationId="{45D84F62-3727-2896-0E8D-1945CAAAE71E}"/>
          </ac:picMkLst>
        </pc:picChg>
      </pc:sldChg>
      <pc:sldChg chg="addSp modSp mod">
        <pc:chgData name="Anish K" userId="a2fbbd76513ca0af" providerId="LiveId" clId="{151EBCD1-D1F5-4CEB-AF84-8A2D043777D4}" dt="2026-07-31T06:36:10.696" v="34" actId="22"/>
        <pc:sldMkLst>
          <pc:docMk/>
          <pc:sldMk cId="0" sldId="261"/>
        </pc:sldMkLst>
        <pc:spChg chg="mod">
          <ac:chgData name="Anish K" userId="a2fbbd76513ca0af" providerId="LiveId" clId="{151EBCD1-D1F5-4CEB-AF84-8A2D043777D4}" dt="2026-07-31T06:35:11.914" v="1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08.510" v="15" actId="1076"/>
          <ac:spMkLst>
            <pc:docMk/>
            <pc:sldMk cId="0" sldId="261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10.696" v="34" actId="22"/>
          <ac:picMkLst>
            <pc:docMk/>
            <pc:sldMk cId="0" sldId="261"/>
            <ac:picMk id="5" creationId="{D41F2BE6-2218-25BA-A2B9-A9DB17387AA4}"/>
          </ac:picMkLst>
        </pc:picChg>
      </pc:sldChg>
      <pc:sldChg chg="addSp modSp mod">
        <pc:chgData name="Anish K" userId="a2fbbd76513ca0af" providerId="LiveId" clId="{151EBCD1-D1F5-4CEB-AF84-8A2D043777D4}" dt="2026-07-31T06:36:12.902" v="35" actId="22"/>
        <pc:sldMkLst>
          <pc:docMk/>
          <pc:sldMk cId="0" sldId="262"/>
        </pc:sldMkLst>
        <pc:spChg chg="mod">
          <ac:chgData name="Anish K" userId="a2fbbd76513ca0af" providerId="LiveId" clId="{151EBCD1-D1F5-4CEB-AF84-8A2D043777D4}" dt="2026-07-31T06:35:20.383" v="1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17.839" v="17" actId="1076"/>
          <ac:spMkLst>
            <pc:docMk/>
            <pc:sldMk cId="0" sldId="262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12.902" v="35" actId="22"/>
          <ac:picMkLst>
            <pc:docMk/>
            <pc:sldMk cId="0" sldId="262"/>
            <ac:picMk id="5" creationId="{B4F7D48D-8D43-A851-BCBA-7C96A49389A3}"/>
          </ac:picMkLst>
        </pc:picChg>
      </pc:sldChg>
      <pc:sldChg chg="addSp modSp mod ord">
        <pc:chgData name="Anish K" userId="a2fbbd76513ca0af" providerId="LiveId" clId="{151EBCD1-D1F5-4CEB-AF84-8A2D043777D4}" dt="2026-07-31T06:36:15.765" v="36" actId="22"/>
        <pc:sldMkLst>
          <pc:docMk/>
          <pc:sldMk cId="0" sldId="263"/>
        </pc:sldMkLst>
        <pc:spChg chg="mod">
          <ac:chgData name="Anish K" userId="a2fbbd76513ca0af" providerId="LiveId" clId="{151EBCD1-D1F5-4CEB-AF84-8A2D043777D4}" dt="2026-07-31T06:35:29.521" v="2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25.583" v="19" actId="1076"/>
          <ac:spMkLst>
            <pc:docMk/>
            <pc:sldMk cId="0" sldId="263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15.765" v="36" actId="22"/>
          <ac:picMkLst>
            <pc:docMk/>
            <pc:sldMk cId="0" sldId="263"/>
            <ac:picMk id="5" creationId="{FAA5E6FC-86B8-CE7B-77B8-D255F3E06ADF}"/>
          </ac:picMkLst>
        </pc:picChg>
      </pc:sldChg>
      <pc:sldChg chg="addSp modSp mod">
        <pc:chgData name="Anish K" userId="a2fbbd76513ca0af" providerId="LiveId" clId="{151EBCD1-D1F5-4CEB-AF84-8A2D043777D4}" dt="2026-07-31T06:36:17.982" v="37" actId="22"/>
        <pc:sldMkLst>
          <pc:docMk/>
          <pc:sldMk cId="0" sldId="264"/>
        </pc:sldMkLst>
        <pc:spChg chg="mod">
          <ac:chgData name="Anish K" userId="a2fbbd76513ca0af" providerId="LiveId" clId="{151EBCD1-D1F5-4CEB-AF84-8A2D043777D4}" dt="2026-07-31T06:35:41.614" v="26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38.859" v="25" actId="1076"/>
          <ac:spMkLst>
            <pc:docMk/>
            <pc:sldMk cId="0" sldId="264"/>
            <ac:spMk id="3" creationId="{00000000-0000-0000-0000-000000000000}"/>
          </ac:spMkLst>
        </pc:spChg>
        <pc:picChg chg="add">
          <ac:chgData name="Anish K" userId="a2fbbd76513ca0af" providerId="LiveId" clId="{151EBCD1-D1F5-4CEB-AF84-8A2D043777D4}" dt="2026-07-31T06:36:17.982" v="37" actId="22"/>
          <ac:picMkLst>
            <pc:docMk/>
            <pc:sldMk cId="0" sldId="264"/>
            <ac:picMk id="5" creationId="{9A3BE449-3FAD-6761-F210-95ACFD1138B7}"/>
          </ac:picMkLst>
        </pc:picChg>
      </pc:sldChg>
      <pc:sldChg chg="modSp mod">
        <pc:chgData name="Anish K" userId="a2fbbd76513ca0af" providerId="LiveId" clId="{151EBCD1-D1F5-4CEB-AF84-8A2D043777D4}" dt="2026-07-31T06:35:57.417" v="29" actId="1076"/>
        <pc:sldMkLst>
          <pc:docMk/>
          <pc:sldMk cId="0" sldId="265"/>
        </pc:sldMkLst>
        <pc:spChg chg="mod">
          <ac:chgData name="Anish K" userId="a2fbbd76513ca0af" providerId="LiveId" clId="{151EBCD1-D1F5-4CEB-AF84-8A2D043777D4}" dt="2026-07-31T06:35:57.417" v="2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nish K" userId="a2fbbd76513ca0af" providerId="LiveId" clId="{151EBCD1-D1F5-4CEB-AF84-8A2D043777D4}" dt="2026-07-31T06:35:53.191" v="28" actId="5793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new mod">
        <pc:chgData name="Anish K" userId="a2fbbd76513ca0af" providerId="LiveId" clId="{151EBCD1-D1F5-4CEB-AF84-8A2D043777D4}" dt="2026-07-31T06:36:45.243" v="41" actId="14100"/>
        <pc:sldMkLst>
          <pc:docMk/>
          <pc:sldMk cId="267485321" sldId="266"/>
        </pc:sldMkLst>
        <pc:spChg chg="del">
          <ac:chgData name="Anish K" userId="a2fbbd76513ca0af" providerId="LiveId" clId="{151EBCD1-D1F5-4CEB-AF84-8A2D043777D4}" dt="2026-07-31T06:36:40.309" v="39" actId="931"/>
          <ac:spMkLst>
            <pc:docMk/>
            <pc:sldMk cId="267485321" sldId="266"/>
            <ac:spMk id="3" creationId="{F6042981-A6C5-689B-A796-7BDF00BC306A}"/>
          </ac:spMkLst>
        </pc:spChg>
        <pc:picChg chg="add mod ord">
          <ac:chgData name="Anish K" userId="a2fbbd76513ca0af" providerId="LiveId" clId="{151EBCD1-D1F5-4CEB-AF84-8A2D043777D4}" dt="2026-07-31T06:36:45.243" v="41" actId="14100"/>
          <ac:picMkLst>
            <pc:docMk/>
            <pc:sldMk cId="267485321" sldId="266"/>
            <ac:picMk id="5" creationId="{A25E6A88-4EF5-0C58-CA45-8667C0D1DD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Wireless Networking in Operating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CSA0</a:t>
            </a:r>
            <a:r>
              <a:rPr lang="en-IN" dirty="0"/>
              <a:t>403</a:t>
            </a:r>
            <a:r>
              <a:rPr dirty="0"/>
              <a:t> – Operating Systems</a:t>
            </a:r>
          </a:p>
          <a:p>
            <a:pPr>
              <a:defRPr sz="2200"/>
            </a:pPr>
            <a:r>
              <a:rPr dirty="0"/>
              <a:t>Technical Presentation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Presented By: Anish K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C207BBAA-A885-FDA1-221C-7AD08BB048BB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6520"/>
            <a:ext cx="8229600" cy="1143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📡 Wireless Networking</a:t>
            </a:r>
          </a:p>
          <a:p>
            <a:pPr>
              <a:defRPr sz="2200"/>
            </a:pPr>
            <a:r>
              <a:rPr dirty="0"/>
              <a:t>Enables communication without cables.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💻 Operating System</a:t>
            </a:r>
          </a:p>
          <a:p>
            <a:pPr>
              <a:defRPr sz="2200"/>
            </a:pPr>
            <a:r>
              <a:rPr dirty="0"/>
              <a:t>Manages wireless devices, drivers and communication.</a:t>
            </a: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F205A67B-9BDE-9B67-4973-FE588E82ECFE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7956"/>
            <a:ext cx="8229600" cy="1143000"/>
          </a:xfrm>
        </p:spPr>
        <p:txBody>
          <a:bodyPr/>
          <a:lstStyle/>
          <a:p>
            <a:r>
              <a:rPr dirty="0"/>
              <a:t>Why Wireless Networking?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750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📶 Mobility</a:t>
            </a:r>
          </a:p>
          <a:p>
            <a:pPr>
              <a:defRPr sz="2200"/>
            </a:pPr>
            <a:r>
              <a:rPr dirty="0"/>
              <a:t>⚡ Easy Installation</a:t>
            </a:r>
          </a:p>
          <a:p>
            <a:pPr>
              <a:defRPr sz="2200"/>
            </a:pPr>
            <a:r>
              <a:rPr dirty="0"/>
              <a:t>💰 Cost Effective</a:t>
            </a:r>
          </a:p>
          <a:p>
            <a:pPr>
              <a:defRPr sz="2200"/>
            </a:pPr>
            <a:r>
              <a:rPr dirty="0"/>
              <a:t>🌍 Flexible Connectivity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2A45CCA3-625B-4089-E0F1-2072AB0ED18F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7553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07796"/>
            <a:ext cx="8229600" cy="1143000"/>
          </a:xfrm>
        </p:spPr>
        <p:txBody>
          <a:bodyPr/>
          <a:lstStyle/>
          <a:p>
            <a:r>
              <a:rPr dirty="0"/>
              <a:t>Wireless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27178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Application</a:t>
            </a:r>
          </a:p>
          <a:p>
            <a:pPr>
              <a:defRPr sz="2200"/>
            </a:pPr>
            <a:r>
              <a:rPr dirty="0"/>
              <a:t>Transport (TCP/UDP)</a:t>
            </a:r>
          </a:p>
          <a:p>
            <a:pPr>
              <a:defRPr sz="2200"/>
            </a:pPr>
            <a:r>
              <a:rPr dirty="0"/>
              <a:t>Network (IP)</a:t>
            </a:r>
          </a:p>
          <a:p>
            <a:pPr>
              <a:defRPr sz="2200"/>
            </a:pPr>
            <a:r>
              <a:rPr dirty="0"/>
              <a:t>Data Link (Wi-Fi)</a:t>
            </a:r>
          </a:p>
          <a:p>
            <a:pPr>
              <a:defRPr sz="2200"/>
            </a:pPr>
            <a:r>
              <a:rPr dirty="0"/>
              <a:t>Physical (Radio Signals)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FF3A8586-1A58-36AB-F5DC-AB9DDE028749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66558"/>
            <a:ext cx="8229600" cy="1143000"/>
          </a:xfrm>
        </p:spPr>
        <p:txBody>
          <a:bodyPr/>
          <a:lstStyle/>
          <a:p>
            <a:r>
              <a:rPr dirty="0"/>
              <a:t>Role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5468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• Device Detection</a:t>
            </a:r>
          </a:p>
          <a:p>
            <a:pPr>
              <a:defRPr sz="2200"/>
            </a:pPr>
            <a:r>
              <a:rPr dirty="0"/>
              <a:t>• Driver Management</a:t>
            </a:r>
          </a:p>
          <a:p>
            <a:pPr>
              <a:defRPr sz="2200"/>
            </a:pPr>
            <a:r>
              <a:rPr dirty="0"/>
              <a:t>• IP Configuration</a:t>
            </a:r>
          </a:p>
          <a:p>
            <a:pPr>
              <a:defRPr sz="2200"/>
            </a:pPr>
            <a:r>
              <a:rPr dirty="0"/>
              <a:t>• Packet Handling</a:t>
            </a:r>
          </a:p>
          <a:p>
            <a:pPr>
              <a:defRPr sz="2200"/>
            </a:pPr>
            <a:r>
              <a:rPr dirty="0"/>
              <a:t>• Security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45D84F62-3727-2896-0E8D-1945CAAAE71E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8158"/>
            <a:ext cx="8229600" cy="1143000"/>
          </a:xfrm>
        </p:spPr>
        <p:txBody>
          <a:bodyPr/>
          <a:lstStyle/>
          <a:p>
            <a:r>
              <a:rPr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6484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🔒 Secure Communication</a:t>
            </a:r>
          </a:p>
          <a:p>
            <a:pPr>
              <a:defRPr sz="2200"/>
            </a:pPr>
            <a:r>
              <a:rPr dirty="0"/>
              <a:t>📱 Mobility</a:t>
            </a:r>
          </a:p>
          <a:p>
            <a:pPr>
              <a:defRPr sz="2200"/>
            </a:pPr>
            <a:r>
              <a:rPr dirty="0"/>
              <a:t>⚡ Easy Deployment</a:t>
            </a:r>
          </a:p>
          <a:p>
            <a:pPr>
              <a:defRPr sz="2200"/>
            </a:pPr>
            <a:r>
              <a:rPr dirty="0"/>
              <a:t>💵 Low Maintenance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D41F2BE6-2218-25BA-A2B9-A9DB17387AA4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18958"/>
            <a:ext cx="8229600" cy="1143000"/>
          </a:xfrm>
        </p:spPr>
        <p:txBody>
          <a:bodyPr/>
          <a:lstStyle/>
          <a:p>
            <a:r>
              <a:rPr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750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🏠 Smart Homes</a:t>
            </a:r>
          </a:p>
          <a:p>
            <a:pPr>
              <a:defRPr sz="2200"/>
            </a:pPr>
            <a:r>
              <a:rPr dirty="0"/>
              <a:t>🏥 Hospitals</a:t>
            </a:r>
          </a:p>
          <a:p>
            <a:pPr>
              <a:defRPr sz="2200"/>
            </a:pPr>
            <a:r>
              <a:rPr dirty="0"/>
              <a:t>🎓 Education</a:t>
            </a:r>
          </a:p>
          <a:p>
            <a:pPr>
              <a:defRPr sz="2200"/>
            </a:pPr>
            <a:r>
              <a:rPr dirty="0"/>
              <a:t>🏭 Industries</a:t>
            </a:r>
          </a:p>
          <a:p>
            <a:pPr>
              <a:defRPr sz="2200"/>
            </a:pPr>
            <a:r>
              <a:rPr dirty="0"/>
              <a:t>🌐 IoT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B4F7D48D-8D43-A851-BCBA-7C96A49389A3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1143000"/>
          </a:xfrm>
        </p:spPr>
        <p:txBody>
          <a:bodyPr/>
          <a:lstStyle/>
          <a:p>
            <a:r>
              <a:rPr dirty="0"/>
              <a:t>Key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305308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Wired vs Wireless</a:t>
            </a:r>
          </a:p>
          <a:p>
            <a:pPr>
              <a:defRPr sz="2200"/>
            </a:pPr>
            <a:r>
              <a:rPr dirty="0"/>
              <a:t>Cables vs Radio Waves</a:t>
            </a:r>
          </a:p>
          <a:p>
            <a:pPr>
              <a:defRPr sz="2200"/>
            </a:pPr>
            <a:r>
              <a:rPr dirty="0"/>
              <a:t>Fixed vs Mobile</a:t>
            </a:r>
          </a:p>
          <a:p>
            <a:pPr>
              <a:defRPr sz="2200"/>
            </a:pPr>
            <a:r>
              <a:rPr dirty="0"/>
              <a:t>Higher Setup vs Easy Setup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FAA5E6FC-86B8-CE7B-77B8-D255F3E06ADF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0798"/>
            <a:ext cx="8229600" cy="1143000"/>
          </a:xfrm>
        </p:spPr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2956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dirty="0"/>
              <a:t>• Mobility</a:t>
            </a:r>
          </a:p>
          <a:p>
            <a:pPr>
              <a:defRPr sz="2200"/>
            </a:pPr>
            <a:r>
              <a:rPr dirty="0"/>
              <a:t>• Flexibility</a:t>
            </a:r>
          </a:p>
          <a:p>
            <a:pPr>
              <a:defRPr sz="2200"/>
            </a:pPr>
            <a:r>
              <a:rPr dirty="0"/>
              <a:t>• Secure Networking</a:t>
            </a:r>
          </a:p>
          <a:p>
            <a:pPr>
              <a:defRPr sz="2200"/>
            </a:pPr>
            <a:r>
              <a:rPr dirty="0"/>
              <a:t>• Efficient OS Management</a:t>
            </a:r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9A3BE449-3FAD-6761-F210-95ACFD1138B7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65370"/>
            <a:ext cx="8710913" cy="12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1838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D5C8-B09F-F121-7C17-17B12ED2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E6A88-4EF5-0C58-CA45-8667C0D1D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5280" y="1600200"/>
            <a:ext cx="608584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Wireless Networking in Operating Systems</vt:lpstr>
      <vt:lpstr>Introduction</vt:lpstr>
      <vt:lpstr>Why Wireless Networking?</vt:lpstr>
      <vt:lpstr>Wireless Network Architecture</vt:lpstr>
      <vt:lpstr>Role of Operating System</vt:lpstr>
      <vt:lpstr>Benefits</vt:lpstr>
      <vt:lpstr>Applications</vt:lpstr>
      <vt:lpstr>Key Analysis</vt:lpstr>
      <vt:lpstr>Key Takeaways</vt:lpstr>
      <vt:lpstr>Thank You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K</cp:lastModifiedBy>
  <cp:revision>1</cp:revision>
  <dcterms:created xsi:type="dcterms:W3CDTF">2013-01-27T09:14:16Z</dcterms:created>
  <dcterms:modified xsi:type="dcterms:W3CDTF">2026-07-31T06:38:35Z</dcterms:modified>
  <cp:category/>
</cp:coreProperties>
</file>